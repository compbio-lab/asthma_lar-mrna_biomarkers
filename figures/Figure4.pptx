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16" r:id="rId1"/>
  </p:sldMasterIdLst>
  <p:sldIdLst>
    <p:sldId id="256" r:id="rId2"/>
  </p:sldIdLst>
  <p:sldSz cx="19080163" cy="9720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8824"/>
    <p:restoredTop sz="96281"/>
  </p:normalViewPr>
  <p:slideViewPr>
    <p:cSldViewPr snapToGrid="0">
      <p:cViewPr>
        <p:scale>
          <a:sx n="211" d="100"/>
          <a:sy n="211" d="100"/>
        </p:scale>
        <p:origin x="-5960" y="-3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85021" y="1590794"/>
            <a:ext cx="14310122" cy="3384092"/>
          </a:xfrm>
        </p:spPr>
        <p:txBody>
          <a:bodyPr anchor="b"/>
          <a:lstStyle>
            <a:lvl1pPr algn="ctr">
              <a:defRPr sz="85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85021" y="5105389"/>
            <a:ext cx="14310122" cy="2346813"/>
          </a:xfrm>
        </p:spPr>
        <p:txBody>
          <a:bodyPr/>
          <a:lstStyle>
            <a:lvl1pPr marL="0" indent="0" algn="ctr">
              <a:buNone/>
              <a:defRPr sz="3402"/>
            </a:lvl1pPr>
            <a:lvl2pPr marL="648035" indent="0" algn="ctr">
              <a:buNone/>
              <a:defRPr sz="2835"/>
            </a:lvl2pPr>
            <a:lvl3pPr marL="1296071" indent="0" algn="ctr">
              <a:buNone/>
              <a:defRPr sz="2551"/>
            </a:lvl3pPr>
            <a:lvl4pPr marL="1944106" indent="0" algn="ctr">
              <a:buNone/>
              <a:defRPr sz="2268"/>
            </a:lvl4pPr>
            <a:lvl5pPr marL="2592141" indent="0" algn="ctr">
              <a:buNone/>
              <a:defRPr sz="2268"/>
            </a:lvl5pPr>
            <a:lvl6pPr marL="3240176" indent="0" algn="ctr">
              <a:buNone/>
              <a:defRPr sz="2268"/>
            </a:lvl6pPr>
            <a:lvl7pPr marL="3888212" indent="0" algn="ctr">
              <a:buNone/>
              <a:defRPr sz="2268"/>
            </a:lvl7pPr>
            <a:lvl8pPr marL="4536247" indent="0" algn="ctr">
              <a:buNone/>
              <a:defRPr sz="2268"/>
            </a:lvl8pPr>
            <a:lvl9pPr marL="5184282" indent="0" algn="ctr">
              <a:buNone/>
              <a:defRPr sz="226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AC040-D16D-2D41-AA8A-B222EE30535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237F7-DBB1-1A4C-8D8D-37ED1750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785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AC040-D16D-2D41-AA8A-B222EE30535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237F7-DBB1-1A4C-8D8D-37ED1750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335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1823" y="2423317"/>
            <a:ext cx="16456641" cy="4043359"/>
          </a:xfrm>
        </p:spPr>
        <p:txBody>
          <a:bodyPr anchor="b"/>
          <a:lstStyle>
            <a:lvl1pPr>
              <a:defRPr sz="85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1823" y="6504927"/>
            <a:ext cx="16456641" cy="2126307"/>
          </a:xfrm>
        </p:spPr>
        <p:txBody>
          <a:bodyPr/>
          <a:lstStyle>
            <a:lvl1pPr marL="0" indent="0">
              <a:buNone/>
              <a:defRPr sz="3402">
                <a:solidFill>
                  <a:schemeClr val="tx1">
                    <a:tint val="75000"/>
                  </a:schemeClr>
                </a:solidFill>
              </a:defRPr>
            </a:lvl1pPr>
            <a:lvl2pPr marL="64803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2pPr>
            <a:lvl3pPr marL="1296071" indent="0">
              <a:buNone/>
              <a:defRPr sz="2551">
                <a:solidFill>
                  <a:schemeClr val="tx1">
                    <a:tint val="75000"/>
                  </a:schemeClr>
                </a:solidFill>
              </a:defRPr>
            </a:lvl3pPr>
            <a:lvl4pPr marL="1944106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4pPr>
            <a:lvl5pPr marL="2592141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5pPr>
            <a:lvl6pPr marL="3240176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6pPr>
            <a:lvl7pPr marL="3888212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7pPr>
            <a:lvl8pPr marL="4536247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8pPr>
            <a:lvl9pPr marL="5184282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AC040-D16D-2D41-AA8A-B222EE30535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237F7-DBB1-1A4C-8D8D-37ED1750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886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11761" y="2587570"/>
            <a:ext cx="8109069" cy="61674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59333" y="2587570"/>
            <a:ext cx="8109069" cy="61674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AC040-D16D-2D41-AA8A-B222EE30535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237F7-DBB1-1A4C-8D8D-37ED1750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721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4246" y="517514"/>
            <a:ext cx="16456641" cy="18788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4247" y="2382815"/>
            <a:ext cx="8071803" cy="1167781"/>
          </a:xfrm>
        </p:spPr>
        <p:txBody>
          <a:bodyPr anchor="b"/>
          <a:lstStyle>
            <a:lvl1pPr marL="0" indent="0">
              <a:buNone/>
              <a:defRPr sz="3402" b="1"/>
            </a:lvl1pPr>
            <a:lvl2pPr marL="648035" indent="0">
              <a:buNone/>
              <a:defRPr sz="2835" b="1"/>
            </a:lvl2pPr>
            <a:lvl3pPr marL="1296071" indent="0">
              <a:buNone/>
              <a:defRPr sz="2551" b="1"/>
            </a:lvl3pPr>
            <a:lvl4pPr marL="1944106" indent="0">
              <a:buNone/>
              <a:defRPr sz="2268" b="1"/>
            </a:lvl4pPr>
            <a:lvl5pPr marL="2592141" indent="0">
              <a:buNone/>
              <a:defRPr sz="2268" b="1"/>
            </a:lvl5pPr>
            <a:lvl6pPr marL="3240176" indent="0">
              <a:buNone/>
              <a:defRPr sz="2268" b="1"/>
            </a:lvl6pPr>
            <a:lvl7pPr marL="3888212" indent="0">
              <a:buNone/>
              <a:defRPr sz="2268" b="1"/>
            </a:lvl7pPr>
            <a:lvl8pPr marL="4536247" indent="0">
              <a:buNone/>
              <a:defRPr sz="2268" b="1"/>
            </a:lvl8pPr>
            <a:lvl9pPr marL="5184282" indent="0">
              <a:buNone/>
              <a:defRPr sz="226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14247" y="3550596"/>
            <a:ext cx="8071803" cy="5222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659333" y="2382815"/>
            <a:ext cx="8111554" cy="1167781"/>
          </a:xfrm>
        </p:spPr>
        <p:txBody>
          <a:bodyPr anchor="b"/>
          <a:lstStyle>
            <a:lvl1pPr marL="0" indent="0">
              <a:buNone/>
              <a:defRPr sz="3402" b="1"/>
            </a:lvl1pPr>
            <a:lvl2pPr marL="648035" indent="0">
              <a:buNone/>
              <a:defRPr sz="2835" b="1"/>
            </a:lvl2pPr>
            <a:lvl3pPr marL="1296071" indent="0">
              <a:buNone/>
              <a:defRPr sz="2551" b="1"/>
            </a:lvl3pPr>
            <a:lvl4pPr marL="1944106" indent="0">
              <a:buNone/>
              <a:defRPr sz="2268" b="1"/>
            </a:lvl4pPr>
            <a:lvl5pPr marL="2592141" indent="0">
              <a:buNone/>
              <a:defRPr sz="2268" b="1"/>
            </a:lvl5pPr>
            <a:lvl6pPr marL="3240176" indent="0">
              <a:buNone/>
              <a:defRPr sz="2268" b="1"/>
            </a:lvl6pPr>
            <a:lvl7pPr marL="3888212" indent="0">
              <a:buNone/>
              <a:defRPr sz="2268" b="1"/>
            </a:lvl7pPr>
            <a:lvl8pPr marL="4536247" indent="0">
              <a:buNone/>
              <a:defRPr sz="2268" b="1"/>
            </a:lvl8pPr>
            <a:lvl9pPr marL="5184282" indent="0">
              <a:buNone/>
              <a:defRPr sz="226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659333" y="3550596"/>
            <a:ext cx="8111554" cy="5222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AC040-D16D-2D41-AA8A-B222EE30535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237F7-DBB1-1A4C-8D8D-37ED1750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033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AC040-D16D-2D41-AA8A-B222EE30535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237F7-DBB1-1A4C-8D8D-37ED1750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650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AC040-D16D-2D41-AA8A-B222EE30535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237F7-DBB1-1A4C-8D8D-37ED1750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305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4247" y="648018"/>
            <a:ext cx="6153849" cy="2268061"/>
          </a:xfrm>
        </p:spPr>
        <p:txBody>
          <a:bodyPr anchor="b"/>
          <a:lstStyle>
            <a:lvl1pPr>
              <a:defRPr sz="453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11554" y="1399539"/>
            <a:ext cx="9659333" cy="6907687"/>
          </a:xfrm>
        </p:spPr>
        <p:txBody>
          <a:bodyPr/>
          <a:lstStyle>
            <a:lvl1pPr>
              <a:defRPr sz="4536"/>
            </a:lvl1pPr>
            <a:lvl2pPr>
              <a:defRPr sz="3969"/>
            </a:lvl2pPr>
            <a:lvl3pPr>
              <a:defRPr sz="3402"/>
            </a:lvl3pPr>
            <a:lvl4pPr>
              <a:defRPr sz="2835"/>
            </a:lvl4pPr>
            <a:lvl5pPr>
              <a:defRPr sz="2835"/>
            </a:lvl5pPr>
            <a:lvl6pPr>
              <a:defRPr sz="2835"/>
            </a:lvl6pPr>
            <a:lvl7pPr>
              <a:defRPr sz="2835"/>
            </a:lvl7pPr>
            <a:lvl8pPr>
              <a:defRPr sz="2835"/>
            </a:lvl8pPr>
            <a:lvl9pPr>
              <a:defRPr sz="283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4247" y="2916079"/>
            <a:ext cx="6153849" cy="5402397"/>
          </a:xfrm>
        </p:spPr>
        <p:txBody>
          <a:bodyPr/>
          <a:lstStyle>
            <a:lvl1pPr marL="0" indent="0">
              <a:buNone/>
              <a:defRPr sz="2268"/>
            </a:lvl1pPr>
            <a:lvl2pPr marL="648035" indent="0">
              <a:buNone/>
              <a:defRPr sz="1984"/>
            </a:lvl2pPr>
            <a:lvl3pPr marL="1296071" indent="0">
              <a:buNone/>
              <a:defRPr sz="1701"/>
            </a:lvl3pPr>
            <a:lvl4pPr marL="1944106" indent="0">
              <a:buNone/>
              <a:defRPr sz="1417"/>
            </a:lvl4pPr>
            <a:lvl5pPr marL="2592141" indent="0">
              <a:buNone/>
              <a:defRPr sz="1417"/>
            </a:lvl5pPr>
            <a:lvl6pPr marL="3240176" indent="0">
              <a:buNone/>
              <a:defRPr sz="1417"/>
            </a:lvl6pPr>
            <a:lvl7pPr marL="3888212" indent="0">
              <a:buNone/>
              <a:defRPr sz="1417"/>
            </a:lvl7pPr>
            <a:lvl8pPr marL="4536247" indent="0">
              <a:buNone/>
              <a:defRPr sz="1417"/>
            </a:lvl8pPr>
            <a:lvl9pPr marL="5184282" indent="0">
              <a:buNone/>
              <a:defRPr sz="14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AC040-D16D-2D41-AA8A-B222EE30535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237F7-DBB1-1A4C-8D8D-37ED1750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311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4247" y="648018"/>
            <a:ext cx="6153849" cy="2268061"/>
          </a:xfrm>
        </p:spPr>
        <p:txBody>
          <a:bodyPr anchor="b"/>
          <a:lstStyle>
            <a:lvl1pPr>
              <a:defRPr sz="453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11554" y="1399539"/>
            <a:ext cx="9659333" cy="6907687"/>
          </a:xfrm>
        </p:spPr>
        <p:txBody>
          <a:bodyPr anchor="t"/>
          <a:lstStyle>
            <a:lvl1pPr marL="0" indent="0">
              <a:buNone/>
              <a:defRPr sz="4536"/>
            </a:lvl1pPr>
            <a:lvl2pPr marL="648035" indent="0">
              <a:buNone/>
              <a:defRPr sz="3969"/>
            </a:lvl2pPr>
            <a:lvl3pPr marL="1296071" indent="0">
              <a:buNone/>
              <a:defRPr sz="3402"/>
            </a:lvl3pPr>
            <a:lvl4pPr marL="1944106" indent="0">
              <a:buNone/>
              <a:defRPr sz="2835"/>
            </a:lvl4pPr>
            <a:lvl5pPr marL="2592141" indent="0">
              <a:buNone/>
              <a:defRPr sz="2835"/>
            </a:lvl5pPr>
            <a:lvl6pPr marL="3240176" indent="0">
              <a:buNone/>
              <a:defRPr sz="2835"/>
            </a:lvl6pPr>
            <a:lvl7pPr marL="3888212" indent="0">
              <a:buNone/>
              <a:defRPr sz="2835"/>
            </a:lvl7pPr>
            <a:lvl8pPr marL="4536247" indent="0">
              <a:buNone/>
              <a:defRPr sz="2835"/>
            </a:lvl8pPr>
            <a:lvl9pPr marL="5184282" indent="0">
              <a:buNone/>
              <a:defRPr sz="283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4247" y="2916079"/>
            <a:ext cx="6153849" cy="5402397"/>
          </a:xfrm>
        </p:spPr>
        <p:txBody>
          <a:bodyPr/>
          <a:lstStyle>
            <a:lvl1pPr marL="0" indent="0">
              <a:buNone/>
              <a:defRPr sz="2268"/>
            </a:lvl1pPr>
            <a:lvl2pPr marL="648035" indent="0">
              <a:buNone/>
              <a:defRPr sz="1984"/>
            </a:lvl2pPr>
            <a:lvl3pPr marL="1296071" indent="0">
              <a:buNone/>
              <a:defRPr sz="1701"/>
            </a:lvl3pPr>
            <a:lvl4pPr marL="1944106" indent="0">
              <a:buNone/>
              <a:defRPr sz="1417"/>
            </a:lvl4pPr>
            <a:lvl5pPr marL="2592141" indent="0">
              <a:buNone/>
              <a:defRPr sz="1417"/>
            </a:lvl5pPr>
            <a:lvl6pPr marL="3240176" indent="0">
              <a:buNone/>
              <a:defRPr sz="1417"/>
            </a:lvl6pPr>
            <a:lvl7pPr marL="3888212" indent="0">
              <a:buNone/>
              <a:defRPr sz="1417"/>
            </a:lvl7pPr>
            <a:lvl8pPr marL="4536247" indent="0">
              <a:buNone/>
              <a:defRPr sz="1417"/>
            </a:lvl8pPr>
            <a:lvl9pPr marL="5184282" indent="0">
              <a:buNone/>
              <a:defRPr sz="14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AC040-D16D-2D41-AA8A-B222EE30535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237F7-DBB1-1A4C-8D8D-37ED1750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961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AC040-D16D-2D41-AA8A-B222EE30535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237F7-DBB1-1A4C-8D8D-37ED1750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716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654242" y="517514"/>
            <a:ext cx="4114160" cy="823747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11761" y="517514"/>
            <a:ext cx="12103978" cy="823747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AC040-D16D-2D41-AA8A-B222EE30535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237F7-DBB1-1A4C-8D8D-37ED1750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74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11761" y="517514"/>
            <a:ext cx="16456641" cy="18788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1761" y="2587570"/>
            <a:ext cx="16456641" cy="61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11761" y="9009244"/>
            <a:ext cx="4293037" cy="5175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0AC040-D16D-2D41-AA8A-B222EE305357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20304" y="9009244"/>
            <a:ext cx="6439555" cy="5175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475365" y="9009244"/>
            <a:ext cx="4293037" cy="5175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4237F7-DBB1-1A4C-8D8D-37ED1750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309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1296071" rtl="0" eaLnBrk="1" latinLnBrk="0" hangingPunct="1">
        <a:lnSpc>
          <a:spcPct val="90000"/>
        </a:lnSpc>
        <a:spcBef>
          <a:spcPct val="0"/>
        </a:spcBef>
        <a:buNone/>
        <a:defRPr sz="62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4018" indent="-324018" algn="l" defTabSz="1296071" rtl="0" eaLnBrk="1" latinLnBrk="0" hangingPunct="1">
        <a:lnSpc>
          <a:spcPct val="90000"/>
        </a:lnSpc>
        <a:spcBef>
          <a:spcPts val="1417"/>
        </a:spcBef>
        <a:buFont typeface="Arial" panose="020B0604020202020204" pitchFamily="34" charset="0"/>
        <a:buChar char="•"/>
        <a:defRPr sz="3969" kern="1200">
          <a:solidFill>
            <a:schemeClr val="tx1"/>
          </a:solidFill>
          <a:latin typeface="+mn-lt"/>
          <a:ea typeface="+mn-ea"/>
          <a:cs typeface="+mn-cs"/>
        </a:defRPr>
      </a:lvl1pPr>
      <a:lvl2pPr marL="972053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3402" kern="1200">
          <a:solidFill>
            <a:schemeClr val="tx1"/>
          </a:solidFill>
          <a:latin typeface="+mn-lt"/>
          <a:ea typeface="+mn-ea"/>
          <a:cs typeface="+mn-cs"/>
        </a:defRPr>
      </a:lvl2pPr>
      <a:lvl3pPr marL="1620088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268123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4pPr>
      <a:lvl5pPr marL="2916159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5pPr>
      <a:lvl6pPr marL="3564194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6pPr>
      <a:lvl7pPr marL="4212229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7pPr>
      <a:lvl8pPr marL="4860265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8pPr>
      <a:lvl9pPr marL="5508300" indent="-324018" algn="l" defTabSz="1296071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1pPr>
      <a:lvl2pPr marL="648035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96071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3pPr>
      <a:lvl4pPr marL="1944106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4pPr>
      <a:lvl5pPr marL="2592141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5pPr>
      <a:lvl6pPr marL="3240176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6pPr>
      <a:lvl7pPr marL="3888212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7pPr>
      <a:lvl8pPr marL="4536247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8pPr>
      <a:lvl9pPr marL="5184282" algn="l" defTabSz="1296071" rtl="0" eaLnBrk="1" latinLnBrk="0" hangingPunct="1">
        <a:defRPr sz="25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ED7F6799-C3C6-D672-DB5F-53D572AF5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04" y="4264244"/>
            <a:ext cx="10875924" cy="543796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5A399D8-9672-A9B5-11E0-F678D5B78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830" y="181338"/>
            <a:ext cx="9961298" cy="415054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CFDFF8-E2C9-956B-26A8-D323ABE27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981" y="4324181"/>
            <a:ext cx="7708689" cy="53960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A1E9BC-CAC2-A86C-BED1-23443E5A78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978" y="27512"/>
            <a:ext cx="8688210" cy="434410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973831C-0E99-19EE-05AE-CECC4F777BF1}"/>
              </a:ext>
            </a:extLst>
          </p:cNvPr>
          <p:cNvSpPr txBox="1"/>
          <p:nvPr/>
        </p:nvSpPr>
        <p:spPr>
          <a:xfrm>
            <a:off x="184244" y="55021"/>
            <a:ext cx="583956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A93898-2737-E5B2-18F8-7CF44177F7C6}"/>
              </a:ext>
            </a:extLst>
          </p:cNvPr>
          <p:cNvSpPr txBox="1"/>
          <p:nvPr/>
        </p:nvSpPr>
        <p:spPr>
          <a:xfrm>
            <a:off x="8258339" y="181338"/>
            <a:ext cx="963594" cy="5078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7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15278A-3937-4A7A-C797-74D9DA043F56}"/>
              </a:ext>
            </a:extLst>
          </p:cNvPr>
          <p:cNvSpPr txBox="1"/>
          <p:nvPr/>
        </p:nvSpPr>
        <p:spPr>
          <a:xfrm>
            <a:off x="286865" y="4116436"/>
            <a:ext cx="507963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97B073-1863-879A-4A57-6333C9A5527C}"/>
              </a:ext>
            </a:extLst>
          </p:cNvPr>
          <p:cNvSpPr txBox="1"/>
          <p:nvPr/>
        </p:nvSpPr>
        <p:spPr>
          <a:xfrm>
            <a:off x="7481566" y="4309459"/>
            <a:ext cx="614810" cy="5078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7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5070341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302</TotalTime>
  <Words>4</Words>
  <Application>Microsoft Macintosh PowerPoint</Application>
  <PresentationFormat>Custom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Amrit Singh</dc:creator>
  <cp:lastModifiedBy>Amrit Singh</cp:lastModifiedBy>
  <cp:revision>12</cp:revision>
  <dcterms:created xsi:type="dcterms:W3CDTF">2025-05-29T23:04:08Z</dcterms:created>
  <dcterms:modified xsi:type="dcterms:W3CDTF">2025-12-19T09:50:54Z</dcterms:modified>
</cp:coreProperties>
</file>