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3207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012"/>
    <p:restoredTop sz="96281"/>
  </p:normalViewPr>
  <p:slideViewPr>
    <p:cSldViewPr snapToGrid="0">
      <p:cViewPr varScale="1">
        <p:scale>
          <a:sx n="71" d="100"/>
          <a:sy n="71" d="100"/>
        </p:scale>
        <p:origin x="17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9054" y="1767462"/>
            <a:ext cx="11322606" cy="3759917"/>
          </a:xfrm>
        </p:spPr>
        <p:txBody>
          <a:bodyPr anchor="b"/>
          <a:lstStyle>
            <a:lvl1pPr algn="ctr"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5089" y="5672376"/>
            <a:ext cx="9990535" cy="2607442"/>
          </a:xfrm>
        </p:spPr>
        <p:txBody>
          <a:bodyPr/>
          <a:lstStyle>
            <a:lvl1pPr marL="0" indent="0" algn="ctr">
              <a:buNone/>
              <a:defRPr sz="3496"/>
            </a:lvl1pPr>
            <a:lvl2pPr marL="666049" indent="0" algn="ctr">
              <a:buNone/>
              <a:defRPr sz="2914"/>
            </a:lvl2pPr>
            <a:lvl3pPr marL="1332098" indent="0" algn="ctr">
              <a:buNone/>
              <a:defRPr sz="2622"/>
            </a:lvl3pPr>
            <a:lvl4pPr marL="1998147" indent="0" algn="ctr">
              <a:buNone/>
              <a:defRPr sz="2331"/>
            </a:lvl4pPr>
            <a:lvl5pPr marL="2664196" indent="0" algn="ctr">
              <a:buNone/>
              <a:defRPr sz="2331"/>
            </a:lvl5pPr>
            <a:lvl6pPr marL="3330245" indent="0" algn="ctr">
              <a:buNone/>
              <a:defRPr sz="2331"/>
            </a:lvl6pPr>
            <a:lvl7pPr marL="3996294" indent="0" algn="ctr">
              <a:buNone/>
              <a:defRPr sz="2331"/>
            </a:lvl7pPr>
            <a:lvl8pPr marL="4662343" indent="0" algn="ctr">
              <a:buNone/>
              <a:defRPr sz="2331"/>
            </a:lvl8pPr>
            <a:lvl9pPr marL="5328392" indent="0" algn="ctr">
              <a:buNone/>
              <a:defRPr sz="23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7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772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862" y="2692444"/>
            <a:ext cx="11489115" cy="4492401"/>
          </a:xfrm>
        </p:spPr>
        <p:txBody>
          <a:bodyPr anchor="b"/>
          <a:lstStyle>
            <a:lvl1pPr>
              <a:defRPr sz="87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862" y="7227345"/>
            <a:ext cx="11489115" cy="2362447"/>
          </a:xfrm>
        </p:spPr>
        <p:txBody>
          <a:bodyPr/>
          <a:lstStyle>
            <a:lvl1pPr marL="0" indent="0">
              <a:buNone/>
              <a:defRPr sz="3496">
                <a:solidFill>
                  <a:schemeClr val="tx1"/>
                </a:solidFill>
              </a:defRPr>
            </a:lvl1pPr>
            <a:lvl2pPr marL="666049" indent="0">
              <a:buNone/>
              <a:defRPr sz="2914">
                <a:solidFill>
                  <a:schemeClr val="tx1">
                    <a:tint val="75000"/>
                  </a:schemeClr>
                </a:solidFill>
              </a:defRPr>
            </a:lvl2pPr>
            <a:lvl3pPr marL="1332098" indent="0">
              <a:buNone/>
              <a:defRPr sz="2622">
                <a:solidFill>
                  <a:schemeClr val="tx1">
                    <a:tint val="75000"/>
                  </a:schemeClr>
                </a:solidFill>
              </a:defRPr>
            </a:lvl3pPr>
            <a:lvl4pPr marL="1998147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4pPr>
            <a:lvl5pPr marL="2664196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5pPr>
            <a:lvl6pPr marL="3330245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6pPr>
            <a:lvl7pPr marL="3996294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7pPr>
            <a:lvl8pPr marL="4662343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8pPr>
            <a:lvl9pPr marL="5328392" indent="0">
              <a:buNone/>
              <a:defRPr sz="23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9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799" y="2874937"/>
            <a:ext cx="5661303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43611" y="2874937"/>
            <a:ext cx="5661303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2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574990"/>
            <a:ext cx="11489115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536" y="2647443"/>
            <a:ext cx="5635285" cy="1297471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7536" y="3944914"/>
            <a:ext cx="5635285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43612" y="2647443"/>
            <a:ext cx="5663038" cy="1297471"/>
          </a:xfrm>
        </p:spPr>
        <p:txBody>
          <a:bodyPr anchor="b"/>
          <a:lstStyle>
            <a:lvl1pPr marL="0" indent="0">
              <a:buNone/>
              <a:defRPr sz="3496" b="1"/>
            </a:lvl1pPr>
            <a:lvl2pPr marL="666049" indent="0">
              <a:buNone/>
              <a:defRPr sz="2914" b="1"/>
            </a:lvl2pPr>
            <a:lvl3pPr marL="1332098" indent="0">
              <a:buNone/>
              <a:defRPr sz="2622" b="1"/>
            </a:lvl3pPr>
            <a:lvl4pPr marL="1998147" indent="0">
              <a:buNone/>
              <a:defRPr sz="2331" b="1"/>
            </a:lvl4pPr>
            <a:lvl5pPr marL="2664196" indent="0">
              <a:buNone/>
              <a:defRPr sz="2331" b="1"/>
            </a:lvl5pPr>
            <a:lvl6pPr marL="3330245" indent="0">
              <a:buNone/>
              <a:defRPr sz="2331" b="1"/>
            </a:lvl6pPr>
            <a:lvl7pPr marL="3996294" indent="0">
              <a:buNone/>
              <a:defRPr sz="2331" b="1"/>
            </a:lvl7pPr>
            <a:lvl8pPr marL="4662343" indent="0">
              <a:buNone/>
              <a:defRPr sz="2331" b="1"/>
            </a:lvl8pPr>
            <a:lvl9pPr marL="5328392" indent="0">
              <a:buNone/>
              <a:defRPr sz="23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43612" y="3944914"/>
            <a:ext cx="5663038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5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1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19984"/>
            <a:ext cx="4296277" cy="2519945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038" y="1554968"/>
            <a:ext cx="6743611" cy="7674832"/>
          </a:xfrm>
        </p:spPr>
        <p:txBody>
          <a:bodyPr/>
          <a:lstStyle>
            <a:lvl1pPr>
              <a:defRPr sz="4662"/>
            </a:lvl1pPr>
            <a:lvl2pPr>
              <a:defRPr sz="4079"/>
            </a:lvl2pPr>
            <a:lvl3pPr>
              <a:defRPr sz="3496"/>
            </a:lvl3pPr>
            <a:lvl4pPr>
              <a:defRPr sz="2914"/>
            </a:lvl4pPr>
            <a:lvl5pPr>
              <a:defRPr sz="2914"/>
            </a:lvl5pPr>
            <a:lvl6pPr>
              <a:defRPr sz="2914"/>
            </a:lvl6pPr>
            <a:lvl7pPr>
              <a:defRPr sz="2914"/>
            </a:lvl7pPr>
            <a:lvl8pPr>
              <a:defRPr sz="2914"/>
            </a:lvl8pPr>
            <a:lvl9pPr>
              <a:defRPr sz="29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239929"/>
            <a:ext cx="4296277" cy="6002369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7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534" y="719984"/>
            <a:ext cx="4296277" cy="2519945"/>
          </a:xfrm>
        </p:spPr>
        <p:txBody>
          <a:bodyPr anchor="b"/>
          <a:lstStyle>
            <a:lvl1pPr>
              <a:defRPr sz="46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63038" y="1554968"/>
            <a:ext cx="6743611" cy="7674832"/>
          </a:xfrm>
        </p:spPr>
        <p:txBody>
          <a:bodyPr anchor="t"/>
          <a:lstStyle>
            <a:lvl1pPr marL="0" indent="0">
              <a:buNone/>
              <a:defRPr sz="4662"/>
            </a:lvl1pPr>
            <a:lvl2pPr marL="666049" indent="0">
              <a:buNone/>
              <a:defRPr sz="4079"/>
            </a:lvl2pPr>
            <a:lvl3pPr marL="1332098" indent="0">
              <a:buNone/>
              <a:defRPr sz="3496"/>
            </a:lvl3pPr>
            <a:lvl4pPr marL="1998147" indent="0">
              <a:buNone/>
              <a:defRPr sz="2914"/>
            </a:lvl4pPr>
            <a:lvl5pPr marL="2664196" indent="0">
              <a:buNone/>
              <a:defRPr sz="2914"/>
            </a:lvl5pPr>
            <a:lvl6pPr marL="3330245" indent="0">
              <a:buNone/>
              <a:defRPr sz="2914"/>
            </a:lvl6pPr>
            <a:lvl7pPr marL="3996294" indent="0">
              <a:buNone/>
              <a:defRPr sz="2914"/>
            </a:lvl7pPr>
            <a:lvl8pPr marL="4662343" indent="0">
              <a:buNone/>
              <a:defRPr sz="2914"/>
            </a:lvl8pPr>
            <a:lvl9pPr marL="5328392" indent="0">
              <a:buNone/>
              <a:defRPr sz="29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534" y="3239929"/>
            <a:ext cx="4296277" cy="6002369"/>
          </a:xfrm>
        </p:spPr>
        <p:txBody>
          <a:bodyPr/>
          <a:lstStyle>
            <a:lvl1pPr marL="0" indent="0">
              <a:buNone/>
              <a:defRPr sz="2331"/>
            </a:lvl1pPr>
            <a:lvl2pPr marL="666049" indent="0">
              <a:buNone/>
              <a:defRPr sz="2040"/>
            </a:lvl2pPr>
            <a:lvl3pPr marL="1332098" indent="0">
              <a:buNone/>
              <a:defRPr sz="1748"/>
            </a:lvl3pPr>
            <a:lvl4pPr marL="1998147" indent="0">
              <a:buNone/>
              <a:defRPr sz="1457"/>
            </a:lvl4pPr>
            <a:lvl5pPr marL="2664196" indent="0">
              <a:buNone/>
              <a:defRPr sz="1457"/>
            </a:lvl5pPr>
            <a:lvl6pPr marL="3330245" indent="0">
              <a:buNone/>
              <a:defRPr sz="1457"/>
            </a:lvl6pPr>
            <a:lvl7pPr marL="3996294" indent="0">
              <a:buNone/>
              <a:defRPr sz="1457"/>
            </a:lvl7pPr>
            <a:lvl8pPr marL="4662343" indent="0">
              <a:buNone/>
              <a:defRPr sz="1457"/>
            </a:lvl8pPr>
            <a:lvl9pPr marL="5328392" indent="0">
              <a:buNone/>
              <a:defRPr sz="145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49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3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32636" y="574987"/>
            <a:ext cx="2872279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00" y="574987"/>
            <a:ext cx="8450327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6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799" y="574990"/>
            <a:ext cx="1148911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799" y="2874937"/>
            <a:ext cx="1148911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799" y="10009783"/>
            <a:ext cx="299716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AC040-D16D-2D41-AA8A-B222EE305357}" type="datetimeFigureOut">
              <a:rPr lang="en-US" smtClean="0"/>
              <a:t>7/16/25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12486" y="10009783"/>
            <a:ext cx="4495741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07754" y="10009783"/>
            <a:ext cx="299716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237F7-DBB1-1A4C-8D8D-37ED175030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70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32098" rtl="0" eaLnBrk="1" latinLnBrk="0" hangingPunct="1">
        <a:lnSpc>
          <a:spcPct val="90000"/>
        </a:lnSpc>
        <a:spcBef>
          <a:spcPct val="0"/>
        </a:spcBef>
        <a:buNone/>
        <a:defRPr sz="64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3024" indent="-333024" algn="l" defTabSz="1332098" rtl="0" eaLnBrk="1" latinLnBrk="0" hangingPunct="1">
        <a:lnSpc>
          <a:spcPct val="90000"/>
        </a:lnSpc>
        <a:spcBef>
          <a:spcPts val="1457"/>
        </a:spcBef>
        <a:buFont typeface="Arial" panose="020B0604020202020204" pitchFamily="34" charset="0"/>
        <a:buChar char="•"/>
        <a:defRPr sz="4079" kern="1200">
          <a:solidFill>
            <a:schemeClr val="tx1"/>
          </a:solidFill>
          <a:latin typeface="+mn-lt"/>
          <a:ea typeface="+mn-ea"/>
          <a:cs typeface="+mn-cs"/>
        </a:defRPr>
      </a:lvl1pPr>
      <a:lvl2pPr marL="999073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3496" kern="1200">
          <a:solidFill>
            <a:schemeClr val="tx1"/>
          </a:solidFill>
          <a:latin typeface="+mn-lt"/>
          <a:ea typeface="+mn-ea"/>
          <a:cs typeface="+mn-cs"/>
        </a:defRPr>
      </a:lvl2pPr>
      <a:lvl3pPr marL="1665122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914" kern="1200">
          <a:solidFill>
            <a:schemeClr val="tx1"/>
          </a:solidFill>
          <a:latin typeface="+mn-lt"/>
          <a:ea typeface="+mn-ea"/>
          <a:cs typeface="+mn-cs"/>
        </a:defRPr>
      </a:lvl3pPr>
      <a:lvl4pPr marL="2331171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997220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663269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4329318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995367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661416" indent="-333024" algn="l" defTabSz="1332098" rtl="0" eaLnBrk="1" latinLnBrk="0" hangingPunct="1">
        <a:lnSpc>
          <a:spcPct val="90000"/>
        </a:lnSpc>
        <a:spcBef>
          <a:spcPts val="728"/>
        </a:spcBef>
        <a:buFont typeface="Arial" panose="020B0604020202020204" pitchFamily="34" charset="0"/>
        <a:buChar char="•"/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1pPr>
      <a:lvl2pPr marL="666049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2pPr>
      <a:lvl3pPr marL="1332098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3pPr>
      <a:lvl4pPr marL="1998147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4pPr>
      <a:lvl5pPr marL="2664196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5pPr>
      <a:lvl6pPr marL="3330245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6pPr>
      <a:lvl7pPr marL="3996294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7pPr>
      <a:lvl8pPr marL="4662343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8pPr>
      <a:lvl9pPr marL="5328392" algn="l" defTabSz="1332098" rtl="0" eaLnBrk="1" latinLnBrk="0" hangingPunct="1">
        <a:defRPr sz="26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8A3BB-0548-2D03-F5CD-BD80208DF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41" y="94494"/>
            <a:ext cx="5486400" cy="36576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973831C-0E99-19EE-05AE-CECC4F777BF1}"/>
              </a:ext>
            </a:extLst>
          </p:cNvPr>
          <p:cNvSpPr txBox="1"/>
          <p:nvPr/>
        </p:nvSpPr>
        <p:spPr>
          <a:xfrm>
            <a:off x="0" y="0"/>
            <a:ext cx="762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A93898-2737-E5B2-18F8-7CF44177F7C6}"/>
              </a:ext>
            </a:extLst>
          </p:cNvPr>
          <p:cNvSpPr txBox="1"/>
          <p:nvPr/>
        </p:nvSpPr>
        <p:spPr>
          <a:xfrm>
            <a:off x="0" y="3886860"/>
            <a:ext cx="762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7080C-AFF2-BE9C-5E98-15AAACD19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8022"/>
            <a:ext cx="7423349" cy="5938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12640A-327C-4AFE-6A73-B1D470CCD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513" y="0"/>
            <a:ext cx="731520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822A95-BB64-5954-7D02-D692093D6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659" y="3992844"/>
            <a:ext cx="5956054" cy="680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34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Amrit Singh</dc:creator>
  <cp:lastModifiedBy>Amrit Singh</cp:lastModifiedBy>
  <cp:revision>3</cp:revision>
  <dcterms:created xsi:type="dcterms:W3CDTF">2025-05-29T23:04:08Z</dcterms:created>
  <dcterms:modified xsi:type="dcterms:W3CDTF">2025-07-16T20:04:50Z</dcterms:modified>
</cp:coreProperties>
</file>