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</p:sldIdLst>
  <p:sldSz cx="6480175" cy="11879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281"/>
  </p:normalViewPr>
  <p:slideViewPr>
    <p:cSldViewPr snapToGrid="0">
      <p:cViewPr varScale="1">
        <p:scale>
          <a:sx n="73" d="100"/>
          <a:sy n="73" d="100"/>
        </p:scale>
        <p:origin x="39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1944130"/>
            <a:ext cx="5508149" cy="4135743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6239364"/>
            <a:ext cx="4860131" cy="2868071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1DF30-AD06-CC4F-9148-5983EFF0E6D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8D07-A8CD-B446-A1D5-6747D14A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1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1DF30-AD06-CC4F-9148-5983EFF0E6D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8D07-A8CD-B446-A1D5-6747D14A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53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2961570"/>
            <a:ext cx="5589151" cy="4941443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7949760"/>
            <a:ext cx="5589151" cy="2598588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/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1DF30-AD06-CC4F-9148-5983EFF0E6D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8D07-A8CD-B446-A1D5-6747D14A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2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3162304"/>
            <a:ext cx="2754074" cy="7537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3162304"/>
            <a:ext cx="2754074" cy="7537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1DF30-AD06-CC4F-9148-5983EFF0E6D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8D07-A8CD-B446-A1D5-6747D14A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632464"/>
            <a:ext cx="5589151" cy="22961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2912070"/>
            <a:ext cx="2741417" cy="142716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4339231"/>
            <a:ext cx="2741417" cy="63823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2912070"/>
            <a:ext cx="2754918" cy="142716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4339231"/>
            <a:ext cx="2754918" cy="63823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1DF30-AD06-CC4F-9148-5983EFF0E6D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8D07-A8CD-B446-A1D5-6747D14A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07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1DF30-AD06-CC4F-9148-5983EFF0E6D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8D07-A8CD-B446-A1D5-6747D14A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11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1DF30-AD06-CC4F-9148-5983EFF0E6D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8D07-A8CD-B446-A1D5-6747D14A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84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791951"/>
            <a:ext cx="2090025" cy="2771828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1710397"/>
            <a:ext cx="3280589" cy="8441976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3563779"/>
            <a:ext cx="2090025" cy="6602341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1DF30-AD06-CC4F-9148-5983EFF0E6D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8D07-A8CD-B446-A1D5-6747D14A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7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791951"/>
            <a:ext cx="2090025" cy="2771828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1710397"/>
            <a:ext cx="3280589" cy="8441976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3563779"/>
            <a:ext cx="2090025" cy="6602341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1DF30-AD06-CC4F-9148-5983EFF0E6D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8D07-A8CD-B446-A1D5-6747D14A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6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1DF30-AD06-CC4F-9148-5983EFF0E6D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8D07-A8CD-B446-A1D5-6747D14A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2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632461"/>
            <a:ext cx="1397288" cy="100671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632461"/>
            <a:ext cx="4110861" cy="100671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1DF30-AD06-CC4F-9148-5983EFF0E6D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8D07-A8CD-B446-A1D5-6747D14A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89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632464"/>
            <a:ext cx="5589151" cy="2296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3162304"/>
            <a:ext cx="5589151" cy="753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11010319"/>
            <a:ext cx="1458039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1DF30-AD06-CC4F-9148-5983EFF0E6D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11010319"/>
            <a:ext cx="2187059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11010319"/>
            <a:ext cx="1458039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F8D07-A8CD-B446-A1D5-6747D14A5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5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0C9C09-7017-24A2-C540-8F22BDEE8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7039174"/>
            <a:ext cx="6480175" cy="45361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03F5A2-234F-044D-A6B8-F06F9F9B3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01706"/>
            <a:ext cx="6480175" cy="2880078"/>
          </a:xfrm>
          <a:prstGeom prst="rect">
            <a:avLst/>
          </a:prstGeom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id="{646117F5-7D85-6E64-FF15-F0B42D827F75}"/>
              </a:ext>
            </a:extLst>
          </p:cNvPr>
          <p:cNvSpPr/>
          <p:nvPr/>
        </p:nvSpPr>
        <p:spPr>
          <a:xfrm>
            <a:off x="3100169" y="4337680"/>
            <a:ext cx="279843" cy="367673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76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0ECFB02E-F462-8A56-D165-C9EF03306394}"/>
              </a:ext>
            </a:extLst>
          </p:cNvPr>
          <p:cNvSpPr/>
          <p:nvPr/>
        </p:nvSpPr>
        <p:spPr>
          <a:xfrm>
            <a:off x="3100167" y="6814113"/>
            <a:ext cx="279843" cy="367673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76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61E8E3-BAC4-5DCF-2073-5AA5834C118E}"/>
              </a:ext>
            </a:extLst>
          </p:cNvPr>
          <p:cNvSpPr txBox="1"/>
          <p:nvPr/>
        </p:nvSpPr>
        <p:spPr>
          <a:xfrm>
            <a:off x="248634" y="5464748"/>
            <a:ext cx="899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GSE193816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A93ACA-B3C4-0FBB-A53D-130E5C6A30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503" b="6677"/>
          <a:stretch/>
        </p:blipFill>
        <p:spPr>
          <a:xfrm>
            <a:off x="4" y="188058"/>
            <a:ext cx="6480175" cy="41136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1EEF17-2B53-31EF-06B0-FE7D97B8BE7A}"/>
              </a:ext>
            </a:extLst>
          </p:cNvPr>
          <p:cNvSpPr txBox="1"/>
          <p:nvPr/>
        </p:nvSpPr>
        <p:spPr>
          <a:xfrm>
            <a:off x="40710" y="204102"/>
            <a:ext cx="8662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ED75DB-1A32-9101-F150-5C3C02E71809}"/>
              </a:ext>
            </a:extLst>
          </p:cNvPr>
          <p:cNvSpPr txBox="1"/>
          <p:nvPr/>
        </p:nvSpPr>
        <p:spPr>
          <a:xfrm>
            <a:off x="40709" y="4220652"/>
            <a:ext cx="8662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36013A-62F3-53D5-D91D-E568B8191044}"/>
              </a:ext>
            </a:extLst>
          </p:cNvPr>
          <p:cNvSpPr txBox="1"/>
          <p:nvPr/>
        </p:nvSpPr>
        <p:spPr>
          <a:xfrm>
            <a:off x="40709" y="6823731"/>
            <a:ext cx="8662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873051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</TotalTime>
  <Words>4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Amrit Singh</dc:creator>
  <cp:lastModifiedBy>Amrit Singh</cp:lastModifiedBy>
  <cp:revision>2</cp:revision>
  <dcterms:created xsi:type="dcterms:W3CDTF">2025-05-29T21:12:44Z</dcterms:created>
  <dcterms:modified xsi:type="dcterms:W3CDTF">2025-05-30T06:21:47Z</dcterms:modified>
</cp:coreProperties>
</file>