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sldIdLst>
    <p:sldId id="256" r:id="rId2"/>
  </p:sldIdLst>
  <p:sldSz cx="11160125" cy="11879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7629"/>
    <p:restoredTop sz="96281"/>
  </p:normalViewPr>
  <p:slideViewPr>
    <p:cSldViewPr snapToGrid="0">
      <p:cViewPr>
        <p:scale>
          <a:sx n="56" d="100"/>
          <a:sy n="56" d="100"/>
        </p:scale>
        <p:origin x="728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7010" y="1944130"/>
            <a:ext cx="9486106" cy="4135743"/>
          </a:xfrm>
        </p:spPr>
        <p:txBody>
          <a:bodyPr anchor="b"/>
          <a:lstStyle>
            <a:lvl1pPr algn="ctr">
              <a:defRPr sz="732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5016" y="6239364"/>
            <a:ext cx="8370094" cy="2868071"/>
          </a:xfrm>
        </p:spPr>
        <p:txBody>
          <a:bodyPr/>
          <a:lstStyle>
            <a:lvl1pPr marL="0" indent="0" algn="ctr">
              <a:buNone/>
              <a:defRPr sz="2929"/>
            </a:lvl1pPr>
            <a:lvl2pPr marL="558013" indent="0" algn="ctr">
              <a:buNone/>
              <a:defRPr sz="2441"/>
            </a:lvl2pPr>
            <a:lvl3pPr marL="1116025" indent="0" algn="ctr">
              <a:buNone/>
              <a:defRPr sz="2197"/>
            </a:lvl3pPr>
            <a:lvl4pPr marL="1674038" indent="0" algn="ctr">
              <a:buNone/>
              <a:defRPr sz="1953"/>
            </a:lvl4pPr>
            <a:lvl5pPr marL="2232050" indent="0" algn="ctr">
              <a:buNone/>
              <a:defRPr sz="1953"/>
            </a:lvl5pPr>
            <a:lvl6pPr marL="2790063" indent="0" algn="ctr">
              <a:buNone/>
              <a:defRPr sz="1953"/>
            </a:lvl6pPr>
            <a:lvl7pPr marL="3348076" indent="0" algn="ctr">
              <a:buNone/>
              <a:defRPr sz="1953"/>
            </a:lvl7pPr>
            <a:lvl8pPr marL="3906088" indent="0" algn="ctr">
              <a:buNone/>
              <a:defRPr sz="1953"/>
            </a:lvl8pPr>
            <a:lvl9pPr marL="4464101" indent="0" algn="ctr">
              <a:buNone/>
              <a:defRPr sz="195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939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31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47" y="2961570"/>
            <a:ext cx="9625608" cy="4941443"/>
          </a:xfrm>
        </p:spPr>
        <p:txBody>
          <a:bodyPr anchor="b"/>
          <a:lstStyle>
            <a:lvl1pPr>
              <a:defRPr sz="732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447" y="7949760"/>
            <a:ext cx="9625608" cy="2598588"/>
          </a:xfrm>
        </p:spPr>
        <p:txBody>
          <a:bodyPr/>
          <a:lstStyle>
            <a:lvl1pPr marL="0" indent="0">
              <a:buNone/>
              <a:defRPr sz="2929">
                <a:solidFill>
                  <a:schemeClr val="tx1"/>
                </a:solidFill>
              </a:defRPr>
            </a:lvl1pPr>
            <a:lvl2pPr marL="558013" indent="0">
              <a:buNone/>
              <a:defRPr sz="2441">
                <a:solidFill>
                  <a:schemeClr val="tx1">
                    <a:tint val="75000"/>
                  </a:schemeClr>
                </a:solidFill>
              </a:defRPr>
            </a:lvl2pPr>
            <a:lvl3pPr marL="1116025" indent="0">
              <a:buNone/>
              <a:defRPr sz="2197">
                <a:solidFill>
                  <a:schemeClr val="tx1">
                    <a:tint val="75000"/>
                  </a:schemeClr>
                </a:solidFill>
              </a:defRPr>
            </a:lvl3pPr>
            <a:lvl4pPr marL="1674038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4pPr>
            <a:lvl5pPr marL="2232050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5pPr>
            <a:lvl6pPr marL="2790063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6pPr>
            <a:lvl7pPr marL="3348076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7pPr>
            <a:lvl8pPr marL="3906088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8pPr>
            <a:lvl9pPr marL="4464101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618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7259" y="3162304"/>
            <a:ext cx="4743053" cy="7537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49813" y="3162304"/>
            <a:ext cx="4743053" cy="7537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545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12" y="632464"/>
            <a:ext cx="9625608" cy="22961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714" y="2912070"/>
            <a:ext cx="4721255" cy="1427161"/>
          </a:xfrm>
        </p:spPr>
        <p:txBody>
          <a:bodyPr anchor="b"/>
          <a:lstStyle>
            <a:lvl1pPr marL="0" indent="0">
              <a:buNone/>
              <a:defRPr sz="2929" b="1"/>
            </a:lvl1pPr>
            <a:lvl2pPr marL="558013" indent="0">
              <a:buNone/>
              <a:defRPr sz="2441" b="1"/>
            </a:lvl2pPr>
            <a:lvl3pPr marL="1116025" indent="0">
              <a:buNone/>
              <a:defRPr sz="2197" b="1"/>
            </a:lvl3pPr>
            <a:lvl4pPr marL="1674038" indent="0">
              <a:buNone/>
              <a:defRPr sz="1953" b="1"/>
            </a:lvl4pPr>
            <a:lvl5pPr marL="2232050" indent="0">
              <a:buNone/>
              <a:defRPr sz="1953" b="1"/>
            </a:lvl5pPr>
            <a:lvl6pPr marL="2790063" indent="0">
              <a:buNone/>
              <a:defRPr sz="1953" b="1"/>
            </a:lvl6pPr>
            <a:lvl7pPr marL="3348076" indent="0">
              <a:buNone/>
              <a:defRPr sz="1953" b="1"/>
            </a:lvl7pPr>
            <a:lvl8pPr marL="3906088" indent="0">
              <a:buNone/>
              <a:defRPr sz="1953" b="1"/>
            </a:lvl8pPr>
            <a:lvl9pPr marL="4464101" indent="0">
              <a:buNone/>
              <a:defRPr sz="19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714" y="4339231"/>
            <a:ext cx="4721255" cy="63823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49814" y="2912070"/>
            <a:ext cx="4744507" cy="1427161"/>
          </a:xfrm>
        </p:spPr>
        <p:txBody>
          <a:bodyPr anchor="b"/>
          <a:lstStyle>
            <a:lvl1pPr marL="0" indent="0">
              <a:buNone/>
              <a:defRPr sz="2929" b="1"/>
            </a:lvl1pPr>
            <a:lvl2pPr marL="558013" indent="0">
              <a:buNone/>
              <a:defRPr sz="2441" b="1"/>
            </a:lvl2pPr>
            <a:lvl3pPr marL="1116025" indent="0">
              <a:buNone/>
              <a:defRPr sz="2197" b="1"/>
            </a:lvl3pPr>
            <a:lvl4pPr marL="1674038" indent="0">
              <a:buNone/>
              <a:defRPr sz="1953" b="1"/>
            </a:lvl4pPr>
            <a:lvl5pPr marL="2232050" indent="0">
              <a:buNone/>
              <a:defRPr sz="1953" b="1"/>
            </a:lvl5pPr>
            <a:lvl6pPr marL="2790063" indent="0">
              <a:buNone/>
              <a:defRPr sz="1953" b="1"/>
            </a:lvl6pPr>
            <a:lvl7pPr marL="3348076" indent="0">
              <a:buNone/>
              <a:defRPr sz="1953" b="1"/>
            </a:lvl7pPr>
            <a:lvl8pPr marL="3906088" indent="0">
              <a:buNone/>
              <a:defRPr sz="1953" b="1"/>
            </a:lvl8pPr>
            <a:lvl9pPr marL="4464101" indent="0">
              <a:buNone/>
              <a:defRPr sz="19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49814" y="4339231"/>
            <a:ext cx="4744507" cy="63823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047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17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23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12" y="791951"/>
            <a:ext cx="3599431" cy="2771828"/>
          </a:xfrm>
        </p:spPr>
        <p:txBody>
          <a:bodyPr anchor="b"/>
          <a:lstStyle>
            <a:lvl1pPr>
              <a:defRPr sz="390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4507" y="1710397"/>
            <a:ext cx="5649813" cy="8441976"/>
          </a:xfrm>
        </p:spPr>
        <p:txBody>
          <a:bodyPr/>
          <a:lstStyle>
            <a:lvl1pPr>
              <a:defRPr sz="3906"/>
            </a:lvl1pPr>
            <a:lvl2pPr>
              <a:defRPr sz="3417"/>
            </a:lvl2pPr>
            <a:lvl3pPr>
              <a:defRPr sz="2929"/>
            </a:lvl3pPr>
            <a:lvl4pPr>
              <a:defRPr sz="2441"/>
            </a:lvl4pPr>
            <a:lvl5pPr>
              <a:defRPr sz="2441"/>
            </a:lvl5pPr>
            <a:lvl6pPr>
              <a:defRPr sz="2441"/>
            </a:lvl6pPr>
            <a:lvl7pPr>
              <a:defRPr sz="2441"/>
            </a:lvl7pPr>
            <a:lvl8pPr>
              <a:defRPr sz="2441"/>
            </a:lvl8pPr>
            <a:lvl9pPr>
              <a:defRPr sz="244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12" y="3563779"/>
            <a:ext cx="3599431" cy="6602341"/>
          </a:xfrm>
        </p:spPr>
        <p:txBody>
          <a:bodyPr/>
          <a:lstStyle>
            <a:lvl1pPr marL="0" indent="0">
              <a:buNone/>
              <a:defRPr sz="1953"/>
            </a:lvl1pPr>
            <a:lvl2pPr marL="558013" indent="0">
              <a:buNone/>
              <a:defRPr sz="1709"/>
            </a:lvl2pPr>
            <a:lvl3pPr marL="1116025" indent="0">
              <a:buNone/>
              <a:defRPr sz="1465"/>
            </a:lvl3pPr>
            <a:lvl4pPr marL="1674038" indent="0">
              <a:buNone/>
              <a:defRPr sz="1221"/>
            </a:lvl4pPr>
            <a:lvl5pPr marL="2232050" indent="0">
              <a:buNone/>
              <a:defRPr sz="1221"/>
            </a:lvl5pPr>
            <a:lvl6pPr marL="2790063" indent="0">
              <a:buNone/>
              <a:defRPr sz="1221"/>
            </a:lvl6pPr>
            <a:lvl7pPr marL="3348076" indent="0">
              <a:buNone/>
              <a:defRPr sz="1221"/>
            </a:lvl7pPr>
            <a:lvl8pPr marL="3906088" indent="0">
              <a:buNone/>
              <a:defRPr sz="1221"/>
            </a:lvl8pPr>
            <a:lvl9pPr marL="4464101" indent="0">
              <a:buNone/>
              <a:defRPr sz="122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862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12" y="791951"/>
            <a:ext cx="3599431" cy="2771828"/>
          </a:xfrm>
        </p:spPr>
        <p:txBody>
          <a:bodyPr anchor="b"/>
          <a:lstStyle>
            <a:lvl1pPr>
              <a:defRPr sz="390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4507" y="1710397"/>
            <a:ext cx="5649813" cy="8441976"/>
          </a:xfrm>
        </p:spPr>
        <p:txBody>
          <a:bodyPr anchor="t"/>
          <a:lstStyle>
            <a:lvl1pPr marL="0" indent="0">
              <a:buNone/>
              <a:defRPr sz="3906"/>
            </a:lvl1pPr>
            <a:lvl2pPr marL="558013" indent="0">
              <a:buNone/>
              <a:defRPr sz="3417"/>
            </a:lvl2pPr>
            <a:lvl3pPr marL="1116025" indent="0">
              <a:buNone/>
              <a:defRPr sz="2929"/>
            </a:lvl3pPr>
            <a:lvl4pPr marL="1674038" indent="0">
              <a:buNone/>
              <a:defRPr sz="2441"/>
            </a:lvl4pPr>
            <a:lvl5pPr marL="2232050" indent="0">
              <a:buNone/>
              <a:defRPr sz="2441"/>
            </a:lvl5pPr>
            <a:lvl6pPr marL="2790063" indent="0">
              <a:buNone/>
              <a:defRPr sz="2441"/>
            </a:lvl6pPr>
            <a:lvl7pPr marL="3348076" indent="0">
              <a:buNone/>
              <a:defRPr sz="2441"/>
            </a:lvl7pPr>
            <a:lvl8pPr marL="3906088" indent="0">
              <a:buNone/>
              <a:defRPr sz="2441"/>
            </a:lvl8pPr>
            <a:lvl9pPr marL="4464101" indent="0">
              <a:buNone/>
              <a:defRPr sz="2441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12" y="3563779"/>
            <a:ext cx="3599431" cy="6602341"/>
          </a:xfrm>
        </p:spPr>
        <p:txBody>
          <a:bodyPr/>
          <a:lstStyle>
            <a:lvl1pPr marL="0" indent="0">
              <a:buNone/>
              <a:defRPr sz="1953"/>
            </a:lvl1pPr>
            <a:lvl2pPr marL="558013" indent="0">
              <a:buNone/>
              <a:defRPr sz="1709"/>
            </a:lvl2pPr>
            <a:lvl3pPr marL="1116025" indent="0">
              <a:buNone/>
              <a:defRPr sz="1465"/>
            </a:lvl3pPr>
            <a:lvl4pPr marL="1674038" indent="0">
              <a:buNone/>
              <a:defRPr sz="1221"/>
            </a:lvl4pPr>
            <a:lvl5pPr marL="2232050" indent="0">
              <a:buNone/>
              <a:defRPr sz="1221"/>
            </a:lvl5pPr>
            <a:lvl6pPr marL="2790063" indent="0">
              <a:buNone/>
              <a:defRPr sz="1221"/>
            </a:lvl6pPr>
            <a:lvl7pPr marL="3348076" indent="0">
              <a:buNone/>
              <a:defRPr sz="1221"/>
            </a:lvl7pPr>
            <a:lvl8pPr marL="3906088" indent="0">
              <a:buNone/>
              <a:defRPr sz="1221"/>
            </a:lvl8pPr>
            <a:lvl9pPr marL="4464101" indent="0">
              <a:buNone/>
              <a:defRPr sz="122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192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359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6465" y="632461"/>
            <a:ext cx="2406402" cy="100671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7259" y="632461"/>
            <a:ext cx="7079704" cy="100671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303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7259" y="632464"/>
            <a:ext cx="9625608" cy="22961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7259" y="3162304"/>
            <a:ext cx="9625608" cy="7537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259" y="11010319"/>
            <a:ext cx="2511028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13E746-7D2A-1341-8427-665C42FE66A6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6792" y="11010319"/>
            <a:ext cx="3766542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1838" y="11010319"/>
            <a:ext cx="2511028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24716C-9C91-8744-B2FA-EB420E6EA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21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1116025" rtl="0" eaLnBrk="1" latinLnBrk="0" hangingPunct="1">
        <a:lnSpc>
          <a:spcPct val="90000"/>
        </a:lnSpc>
        <a:spcBef>
          <a:spcPct val="0"/>
        </a:spcBef>
        <a:buNone/>
        <a:defRPr sz="53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9006" indent="-279006" algn="l" defTabSz="1116025" rtl="0" eaLnBrk="1" latinLnBrk="0" hangingPunct="1">
        <a:lnSpc>
          <a:spcPct val="90000"/>
        </a:lnSpc>
        <a:spcBef>
          <a:spcPts val="1221"/>
        </a:spcBef>
        <a:buFont typeface="Arial" panose="020B0604020202020204" pitchFamily="34" charset="0"/>
        <a:buChar char="•"/>
        <a:defRPr sz="3417" kern="1200">
          <a:solidFill>
            <a:schemeClr val="tx1"/>
          </a:solidFill>
          <a:latin typeface="+mn-lt"/>
          <a:ea typeface="+mn-ea"/>
          <a:cs typeface="+mn-cs"/>
        </a:defRPr>
      </a:lvl1pPr>
      <a:lvl2pPr marL="837019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929" kern="1200">
          <a:solidFill>
            <a:schemeClr val="tx1"/>
          </a:solidFill>
          <a:latin typeface="+mn-lt"/>
          <a:ea typeface="+mn-ea"/>
          <a:cs typeface="+mn-cs"/>
        </a:defRPr>
      </a:lvl2pPr>
      <a:lvl3pPr marL="1395032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441" kern="1200">
          <a:solidFill>
            <a:schemeClr val="tx1"/>
          </a:solidFill>
          <a:latin typeface="+mn-lt"/>
          <a:ea typeface="+mn-ea"/>
          <a:cs typeface="+mn-cs"/>
        </a:defRPr>
      </a:lvl3pPr>
      <a:lvl4pPr marL="1953044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197" kern="1200">
          <a:solidFill>
            <a:schemeClr val="tx1"/>
          </a:solidFill>
          <a:latin typeface="+mn-lt"/>
          <a:ea typeface="+mn-ea"/>
          <a:cs typeface="+mn-cs"/>
        </a:defRPr>
      </a:lvl4pPr>
      <a:lvl5pPr marL="2511057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197" kern="1200">
          <a:solidFill>
            <a:schemeClr val="tx1"/>
          </a:solidFill>
          <a:latin typeface="+mn-lt"/>
          <a:ea typeface="+mn-ea"/>
          <a:cs typeface="+mn-cs"/>
        </a:defRPr>
      </a:lvl5pPr>
      <a:lvl6pPr marL="3069069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197" kern="1200">
          <a:solidFill>
            <a:schemeClr val="tx1"/>
          </a:solidFill>
          <a:latin typeface="+mn-lt"/>
          <a:ea typeface="+mn-ea"/>
          <a:cs typeface="+mn-cs"/>
        </a:defRPr>
      </a:lvl6pPr>
      <a:lvl7pPr marL="3627082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197" kern="1200">
          <a:solidFill>
            <a:schemeClr val="tx1"/>
          </a:solidFill>
          <a:latin typeface="+mn-lt"/>
          <a:ea typeface="+mn-ea"/>
          <a:cs typeface="+mn-cs"/>
        </a:defRPr>
      </a:lvl7pPr>
      <a:lvl8pPr marL="4185095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197" kern="1200">
          <a:solidFill>
            <a:schemeClr val="tx1"/>
          </a:solidFill>
          <a:latin typeface="+mn-lt"/>
          <a:ea typeface="+mn-ea"/>
          <a:cs typeface="+mn-cs"/>
        </a:defRPr>
      </a:lvl8pPr>
      <a:lvl9pPr marL="4743107" indent="-279006" algn="l" defTabSz="1116025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21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1pPr>
      <a:lvl2pPr marL="558013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2pPr>
      <a:lvl3pPr marL="1116025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3pPr>
      <a:lvl4pPr marL="1674038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4pPr>
      <a:lvl5pPr marL="2232050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5pPr>
      <a:lvl6pPr marL="2790063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6pPr>
      <a:lvl7pPr marL="3348076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7pPr>
      <a:lvl8pPr marL="3906088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8pPr>
      <a:lvl9pPr marL="4464101" algn="l" defTabSz="1116025" rtl="0" eaLnBrk="1" latinLnBrk="0" hangingPunct="1">
        <a:defRPr sz="21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2242BE4-503C-0CE2-0F96-B8A906894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1" y="161892"/>
            <a:ext cx="3648759" cy="24325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5D0C14E-F1EE-3EE9-77D3-EF1106EED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934" y="200680"/>
            <a:ext cx="3648759" cy="24325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2A0DEB4-F6E3-D557-11F9-7377F3DCE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367" y="200680"/>
            <a:ext cx="3648759" cy="243250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BDB3FE-95BF-AAF2-76E0-A7046111A8A9}"/>
              </a:ext>
            </a:extLst>
          </p:cNvPr>
          <p:cNvSpPr txBox="1"/>
          <p:nvPr/>
        </p:nvSpPr>
        <p:spPr>
          <a:xfrm>
            <a:off x="-2" y="123102"/>
            <a:ext cx="599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6651E0-33B3-B49D-9364-631E982D91E1}"/>
              </a:ext>
            </a:extLst>
          </p:cNvPr>
          <p:cNvSpPr txBox="1"/>
          <p:nvPr/>
        </p:nvSpPr>
        <p:spPr>
          <a:xfrm>
            <a:off x="3685757" y="123102"/>
            <a:ext cx="599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B137E9-D565-B748-348F-FCACE9257CB2}"/>
              </a:ext>
            </a:extLst>
          </p:cNvPr>
          <p:cNvSpPr txBox="1"/>
          <p:nvPr/>
        </p:nvSpPr>
        <p:spPr>
          <a:xfrm>
            <a:off x="7511364" y="123102"/>
            <a:ext cx="599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B4D9D9-6293-C6C5-BCAD-093ECC55A1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" y="2633191"/>
            <a:ext cx="11160125" cy="31000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5287A3-70F1-1D53-FF98-8F2AB298FF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5733228"/>
            <a:ext cx="11160125" cy="31000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89245C-B86C-EE4D-DA79-FE0AEDE1C4C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98" y="8833262"/>
            <a:ext cx="11141626" cy="30948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B47ABB-23B5-852F-59AD-9AB93D43C424}"/>
              </a:ext>
            </a:extLst>
          </p:cNvPr>
          <p:cNvSpPr txBox="1"/>
          <p:nvPr/>
        </p:nvSpPr>
        <p:spPr>
          <a:xfrm>
            <a:off x="18497" y="2555552"/>
            <a:ext cx="599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9E2444-40DC-1FEF-5C77-A0F6889CE33D}"/>
              </a:ext>
            </a:extLst>
          </p:cNvPr>
          <p:cNvSpPr txBox="1"/>
          <p:nvPr/>
        </p:nvSpPr>
        <p:spPr>
          <a:xfrm>
            <a:off x="-3" y="5694406"/>
            <a:ext cx="599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263688-9D9A-ABB2-B4AA-AB2D58DE70A1}"/>
              </a:ext>
            </a:extLst>
          </p:cNvPr>
          <p:cNvSpPr txBox="1"/>
          <p:nvPr/>
        </p:nvSpPr>
        <p:spPr>
          <a:xfrm>
            <a:off x="18497" y="8833260"/>
            <a:ext cx="5990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413812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</TotalTime>
  <Words>6</Words>
  <Application>Microsoft Macintosh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Amrit Singh</dc:creator>
  <cp:lastModifiedBy>Amrit Singh</cp:lastModifiedBy>
  <cp:revision>4</cp:revision>
  <dcterms:created xsi:type="dcterms:W3CDTF">2025-05-29T06:01:20Z</dcterms:created>
  <dcterms:modified xsi:type="dcterms:W3CDTF">2025-12-16T11:43:34Z</dcterms:modified>
</cp:coreProperties>
</file>