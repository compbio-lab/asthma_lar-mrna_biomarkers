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1160125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281"/>
  </p:normalViewPr>
  <p:slideViewPr>
    <p:cSldViewPr snapToGrid="0">
      <p:cViewPr varScale="1">
        <p:scale>
          <a:sx n="127" d="100"/>
          <a:sy n="127" d="100"/>
        </p:scale>
        <p:origin x="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5016" y="1119505"/>
            <a:ext cx="8370094" cy="2381521"/>
          </a:xfrm>
        </p:spPr>
        <p:txBody>
          <a:bodyPr anchor="b"/>
          <a:lstStyle>
            <a:lvl1pPr algn="ctr">
              <a:defRPr sz="54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5016" y="3592866"/>
            <a:ext cx="8370094" cy="1651546"/>
          </a:xfrm>
        </p:spPr>
        <p:txBody>
          <a:bodyPr/>
          <a:lstStyle>
            <a:lvl1pPr marL="0" indent="0" algn="ctr">
              <a:buNone/>
              <a:defRPr sz="2197"/>
            </a:lvl1pPr>
            <a:lvl2pPr marL="418521" indent="0" algn="ctr">
              <a:buNone/>
              <a:defRPr sz="1831"/>
            </a:lvl2pPr>
            <a:lvl3pPr marL="837042" indent="0" algn="ctr">
              <a:buNone/>
              <a:defRPr sz="1648"/>
            </a:lvl3pPr>
            <a:lvl4pPr marL="1255563" indent="0" algn="ctr">
              <a:buNone/>
              <a:defRPr sz="1465"/>
            </a:lvl4pPr>
            <a:lvl5pPr marL="1674084" indent="0" algn="ctr">
              <a:buNone/>
              <a:defRPr sz="1465"/>
            </a:lvl5pPr>
            <a:lvl6pPr marL="2092604" indent="0" algn="ctr">
              <a:buNone/>
              <a:defRPr sz="1465"/>
            </a:lvl6pPr>
            <a:lvl7pPr marL="2511125" indent="0" algn="ctr">
              <a:buNone/>
              <a:defRPr sz="1465"/>
            </a:lvl7pPr>
            <a:lvl8pPr marL="2929646" indent="0" algn="ctr">
              <a:buNone/>
              <a:defRPr sz="1465"/>
            </a:lvl8pPr>
            <a:lvl9pPr marL="3348167" indent="0" algn="ctr">
              <a:buNone/>
              <a:defRPr sz="146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E746-7D2A-1341-8427-665C42FE66A6}" type="datetimeFigureOut">
              <a:rPr lang="en-US" smtClean="0"/>
              <a:t>6/11/25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716C-9C91-8744-B2FA-EB420E6EA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E746-7D2A-1341-8427-665C42FE66A6}" type="datetimeFigureOut">
              <a:rPr lang="en-US" smtClean="0"/>
              <a:t>6/11/25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716C-9C91-8744-B2FA-EB420E6EA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245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446" y="1705385"/>
            <a:ext cx="9625608" cy="2845473"/>
          </a:xfrm>
        </p:spPr>
        <p:txBody>
          <a:bodyPr anchor="b"/>
          <a:lstStyle>
            <a:lvl1pPr>
              <a:defRPr sz="54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446" y="4577778"/>
            <a:ext cx="9625608" cy="1496367"/>
          </a:xfrm>
        </p:spPr>
        <p:txBody>
          <a:bodyPr/>
          <a:lstStyle>
            <a:lvl1pPr marL="0" indent="0">
              <a:buNone/>
              <a:defRPr sz="2197">
                <a:solidFill>
                  <a:schemeClr val="tx1">
                    <a:tint val="75000"/>
                  </a:schemeClr>
                </a:solidFill>
              </a:defRPr>
            </a:lvl1pPr>
            <a:lvl2pPr marL="418521" indent="0">
              <a:buNone/>
              <a:defRPr sz="1831">
                <a:solidFill>
                  <a:schemeClr val="tx1">
                    <a:tint val="75000"/>
                  </a:schemeClr>
                </a:solidFill>
              </a:defRPr>
            </a:lvl2pPr>
            <a:lvl3pPr marL="837042" indent="0">
              <a:buNone/>
              <a:defRPr sz="1648">
                <a:solidFill>
                  <a:schemeClr val="tx1">
                    <a:tint val="75000"/>
                  </a:schemeClr>
                </a:solidFill>
              </a:defRPr>
            </a:lvl3pPr>
            <a:lvl4pPr marL="1255563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4pPr>
            <a:lvl5pPr marL="1674084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5pPr>
            <a:lvl6pPr marL="2092604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6pPr>
            <a:lvl7pPr marL="2511125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7pPr>
            <a:lvl8pPr marL="2929646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8pPr>
            <a:lvl9pPr marL="3348167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E746-7D2A-1341-8427-665C42FE66A6}" type="datetimeFigureOut">
              <a:rPr lang="en-US" smtClean="0"/>
              <a:t>6/11/25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716C-9C91-8744-B2FA-EB420E6EA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79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7259" y="1820976"/>
            <a:ext cx="4743053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9813" y="1820976"/>
            <a:ext cx="4743053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E746-7D2A-1341-8427-665C42FE66A6}" type="datetimeFigureOut">
              <a:rPr lang="en-US" smtClean="0"/>
              <a:t>6/11/25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716C-9C91-8744-B2FA-EB420E6EA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394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2" y="364196"/>
            <a:ext cx="9625608" cy="1322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712" y="1676882"/>
            <a:ext cx="4721256" cy="821814"/>
          </a:xfrm>
        </p:spPr>
        <p:txBody>
          <a:bodyPr anchor="b"/>
          <a:lstStyle>
            <a:lvl1pPr marL="0" indent="0">
              <a:buNone/>
              <a:defRPr sz="2197" b="1"/>
            </a:lvl1pPr>
            <a:lvl2pPr marL="418521" indent="0">
              <a:buNone/>
              <a:defRPr sz="1831" b="1"/>
            </a:lvl2pPr>
            <a:lvl3pPr marL="837042" indent="0">
              <a:buNone/>
              <a:defRPr sz="1648" b="1"/>
            </a:lvl3pPr>
            <a:lvl4pPr marL="1255563" indent="0">
              <a:buNone/>
              <a:defRPr sz="1465" b="1"/>
            </a:lvl4pPr>
            <a:lvl5pPr marL="1674084" indent="0">
              <a:buNone/>
              <a:defRPr sz="1465" b="1"/>
            </a:lvl5pPr>
            <a:lvl6pPr marL="2092604" indent="0">
              <a:buNone/>
              <a:defRPr sz="1465" b="1"/>
            </a:lvl6pPr>
            <a:lvl7pPr marL="2511125" indent="0">
              <a:buNone/>
              <a:defRPr sz="1465" b="1"/>
            </a:lvl7pPr>
            <a:lvl8pPr marL="2929646" indent="0">
              <a:buNone/>
              <a:defRPr sz="1465" b="1"/>
            </a:lvl8pPr>
            <a:lvl9pPr marL="3348167" indent="0">
              <a:buNone/>
              <a:defRPr sz="14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712" y="2498697"/>
            <a:ext cx="4721256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49813" y="1676882"/>
            <a:ext cx="4744507" cy="821814"/>
          </a:xfrm>
        </p:spPr>
        <p:txBody>
          <a:bodyPr anchor="b"/>
          <a:lstStyle>
            <a:lvl1pPr marL="0" indent="0">
              <a:buNone/>
              <a:defRPr sz="2197" b="1"/>
            </a:lvl1pPr>
            <a:lvl2pPr marL="418521" indent="0">
              <a:buNone/>
              <a:defRPr sz="1831" b="1"/>
            </a:lvl2pPr>
            <a:lvl3pPr marL="837042" indent="0">
              <a:buNone/>
              <a:defRPr sz="1648" b="1"/>
            </a:lvl3pPr>
            <a:lvl4pPr marL="1255563" indent="0">
              <a:buNone/>
              <a:defRPr sz="1465" b="1"/>
            </a:lvl4pPr>
            <a:lvl5pPr marL="1674084" indent="0">
              <a:buNone/>
              <a:defRPr sz="1465" b="1"/>
            </a:lvl5pPr>
            <a:lvl6pPr marL="2092604" indent="0">
              <a:buNone/>
              <a:defRPr sz="1465" b="1"/>
            </a:lvl6pPr>
            <a:lvl7pPr marL="2511125" indent="0">
              <a:buNone/>
              <a:defRPr sz="1465" b="1"/>
            </a:lvl7pPr>
            <a:lvl8pPr marL="2929646" indent="0">
              <a:buNone/>
              <a:defRPr sz="1465" b="1"/>
            </a:lvl8pPr>
            <a:lvl9pPr marL="3348167" indent="0">
              <a:buNone/>
              <a:defRPr sz="14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49813" y="2498697"/>
            <a:ext cx="4744507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E746-7D2A-1341-8427-665C42FE66A6}" type="datetimeFigureOut">
              <a:rPr lang="en-US" smtClean="0"/>
              <a:t>6/11/25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716C-9C91-8744-B2FA-EB420E6EA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88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E746-7D2A-1341-8427-665C42FE66A6}" type="datetimeFigureOut">
              <a:rPr lang="en-US" smtClean="0"/>
              <a:t>6/11/25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716C-9C91-8744-B2FA-EB420E6EA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01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E746-7D2A-1341-8427-665C42FE66A6}" type="datetimeFigureOut">
              <a:rPr lang="en-US" smtClean="0"/>
              <a:t>6/11/25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716C-9C91-8744-B2FA-EB420E6EA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3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3" y="456036"/>
            <a:ext cx="3599430" cy="1596126"/>
          </a:xfrm>
        </p:spPr>
        <p:txBody>
          <a:bodyPr anchor="b"/>
          <a:lstStyle>
            <a:lvl1pPr>
              <a:defRPr sz="2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4507" y="984911"/>
            <a:ext cx="5649813" cy="4861216"/>
          </a:xfrm>
        </p:spPr>
        <p:txBody>
          <a:bodyPr/>
          <a:lstStyle>
            <a:lvl1pPr>
              <a:defRPr sz="2929"/>
            </a:lvl1pPr>
            <a:lvl2pPr>
              <a:defRPr sz="2563"/>
            </a:lvl2pPr>
            <a:lvl3pPr>
              <a:defRPr sz="2197"/>
            </a:lvl3pPr>
            <a:lvl4pPr>
              <a:defRPr sz="1831"/>
            </a:lvl4pPr>
            <a:lvl5pPr>
              <a:defRPr sz="1831"/>
            </a:lvl5pPr>
            <a:lvl6pPr>
              <a:defRPr sz="1831"/>
            </a:lvl6pPr>
            <a:lvl7pPr>
              <a:defRPr sz="1831"/>
            </a:lvl7pPr>
            <a:lvl8pPr>
              <a:defRPr sz="1831"/>
            </a:lvl8pPr>
            <a:lvl9pPr>
              <a:defRPr sz="18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713" y="2052161"/>
            <a:ext cx="3599430" cy="3801883"/>
          </a:xfrm>
        </p:spPr>
        <p:txBody>
          <a:bodyPr/>
          <a:lstStyle>
            <a:lvl1pPr marL="0" indent="0">
              <a:buNone/>
              <a:defRPr sz="1465"/>
            </a:lvl1pPr>
            <a:lvl2pPr marL="418521" indent="0">
              <a:buNone/>
              <a:defRPr sz="1282"/>
            </a:lvl2pPr>
            <a:lvl3pPr marL="837042" indent="0">
              <a:buNone/>
              <a:defRPr sz="1098"/>
            </a:lvl3pPr>
            <a:lvl4pPr marL="1255563" indent="0">
              <a:buNone/>
              <a:defRPr sz="915"/>
            </a:lvl4pPr>
            <a:lvl5pPr marL="1674084" indent="0">
              <a:buNone/>
              <a:defRPr sz="915"/>
            </a:lvl5pPr>
            <a:lvl6pPr marL="2092604" indent="0">
              <a:buNone/>
              <a:defRPr sz="915"/>
            </a:lvl6pPr>
            <a:lvl7pPr marL="2511125" indent="0">
              <a:buNone/>
              <a:defRPr sz="915"/>
            </a:lvl7pPr>
            <a:lvl8pPr marL="2929646" indent="0">
              <a:buNone/>
              <a:defRPr sz="915"/>
            </a:lvl8pPr>
            <a:lvl9pPr marL="3348167" indent="0">
              <a:buNone/>
              <a:defRPr sz="9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E746-7D2A-1341-8427-665C42FE66A6}" type="datetimeFigureOut">
              <a:rPr lang="en-US" smtClean="0"/>
              <a:t>6/11/25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716C-9C91-8744-B2FA-EB420E6EA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78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3" y="456036"/>
            <a:ext cx="3599430" cy="1596126"/>
          </a:xfrm>
        </p:spPr>
        <p:txBody>
          <a:bodyPr anchor="b"/>
          <a:lstStyle>
            <a:lvl1pPr>
              <a:defRPr sz="2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44507" y="984911"/>
            <a:ext cx="5649813" cy="4861216"/>
          </a:xfrm>
        </p:spPr>
        <p:txBody>
          <a:bodyPr anchor="t"/>
          <a:lstStyle>
            <a:lvl1pPr marL="0" indent="0">
              <a:buNone/>
              <a:defRPr sz="2929"/>
            </a:lvl1pPr>
            <a:lvl2pPr marL="418521" indent="0">
              <a:buNone/>
              <a:defRPr sz="2563"/>
            </a:lvl2pPr>
            <a:lvl3pPr marL="837042" indent="0">
              <a:buNone/>
              <a:defRPr sz="2197"/>
            </a:lvl3pPr>
            <a:lvl4pPr marL="1255563" indent="0">
              <a:buNone/>
              <a:defRPr sz="1831"/>
            </a:lvl4pPr>
            <a:lvl5pPr marL="1674084" indent="0">
              <a:buNone/>
              <a:defRPr sz="1831"/>
            </a:lvl5pPr>
            <a:lvl6pPr marL="2092604" indent="0">
              <a:buNone/>
              <a:defRPr sz="1831"/>
            </a:lvl6pPr>
            <a:lvl7pPr marL="2511125" indent="0">
              <a:buNone/>
              <a:defRPr sz="1831"/>
            </a:lvl7pPr>
            <a:lvl8pPr marL="2929646" indent="0">
              <a:buNone/>
              <a:defRPr sz="1831"/>
            </a:lvl8pPr>
            <a:lvl9pPr marL="3348167" indent="0">
              <a:buNone/>
              <a:defRPr sz="183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713" y="2052161"/>
            <a:ext cx="3599430" cy="3801883"/>
          </a:xfrm>
        </p:spPr>
        <p:txBody>
          <a:bodyPr/>
          <a:lstStyle>
            <a:lvl1pPr marL="0" indent="0">
              <a:buNone/>
              <a:defRPr sz="1465"/>
            </a:lvl1pPr>
            <a:lvl2pPr marL="418521" indent="0">
              <a:buNone/>
              <a:defRPr sz="1282"/>
            </a:lvl2pPr>
            <a:lvl3pPr marL="837042" indent="0">
              <a:buNone/>
              <a:defRPr sz="1098"/>
            </a:lvl3pPr>
            <a:lvl4pPr marL="1255563" indent="0">
              <a:buNone/>
              <a:defRPr sz="915"/>
            </a:lvl4pPr>
            <a:lvl5pPr marL="1674084" indent="0">
              <a:buNone/>
              <a:defRPr sz="915"/>
            </a:lvl5pPr>
            <a:lvl6pPr marL="2092604" indent="0">
              <a:buNone/>
              <a:defRPr sz="915"/>
            </a:lvl6pPr>
            <a:lvl7pPr marL="2511125" indent="0">
              <a:buNone/>
              <a:defRPr sz="915"/>
            </a:lvl7pPr>
            <a:lvl8pPr marL="2929646" indent="0">
              <a:buNone/>
              <a:defRPr sz="915"/>
            </a:lvl8pPr>
            <a:lvl9pPr marL="3348167" indent="0">
              <a:buNone/>
              <a:defRPr sz="9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E746-7D2A-1341-8427-665C42FE66A6}" type="datetimeFigureOut">
              <a:rPr lang="en-US" smtClean="0"/>
              <a:t>6/11/25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716C-9C91-8744-B2FA-EB420E6EA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7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E746-7D2A-1341-8427-665C42FE66A6}" type="datetimeFigureOut">
              <a:rPr lang="en-US" smtClean="0"/>
              <a:t>6/11/25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716C-9C91-8744-B2FA-EB420E6EA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52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86464" y="364195"/>
            <a:ext cx="2406402" cy="57970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7259" y="364195"/>
            <a:ext cx="7079704" cy="57970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E746-7D2A-1341-8427-665C42FE66A6}" type="datetimeFigureOut">
              <a:rPr lang="en-US" smtClean="0"/>
              <a:t>6/11/25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716C-9C91-8744-B2FA-EB420E6EA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8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7259" y="364196"/>
            <a:ext cx="9625608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7259" y="1820976"/>
            <a:ext cx="9625608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259" y="6340166"/>
            <a:ext cx="2511028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3E746-7D2A-1341-8427-665C42FE66A6}" type="datetimeFigureOut">
              <a:rPr lang="en-US" smtClean="0"/>
              <a:t>6/11/25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96792" y="6340166"/>
            <a:ext cx="3766542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1838" y="6340166"/>
            <a:ext cx="2511028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4716C-9C91-8744-B2FA-EB420E6EA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1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37042" rtl="0" eaLnBrk="1" latinLnBrk="0" hangingPunct="1">
        <a:lnSpc>
          <a:spcPct val="90000"/>
        </a:lnSpc>
        <a:spcBef>
          <a:spcPct val="0"/>
        </a:spcBef>
        <a:buNone/>
        <a:defRPr sz="40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9260" indent="-209260" algn="l" defTabSz="837042" rtl="0" eaLnBrk="1" latinLnBrk="0" hangingPunct="1">
        <a:lnSpc>
          <a:spcPct val="90000"/>
        </a:lnSpc>
        <a:spcBef>
          <a:spcPts val="915"/>
        </a:spcBef>
        <a:buFont typeface="Arial" panose="020B0604020202020204" pitchFamily="34" charset="0"/>
        <a:buChar char="•"/>
        <a:defRPr sz="2563" kern="1200">
          <a:solidFill>
            <a:schemeClr val="tx1"/>
          </a:solidFill>
          <a:latin typeface="+mn-lt"/>
          <a:ea typeface="+mn-ea"/>
          <a:cs typeface="+mn-cs"/>
        </a:defRPr>
      </a:lvl1pPr>
      <a:lvl2pPr marL="627781" indent="-209260" algn="l" defTabSz="837042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2197" kern="1200">
          <a:solidFill>
            <a:schemeClr val="tx1"/>
          </a:solidFill>
          <a:latin typeface="+mn-lt"/>
          <a:ea typeface="+mn-ea"/>
          <a:cs typeface="+mn-cs"/>
        </a:defRPr>
      </a:lvl2pPr>
      <a:lvl3pPr marL="1046302" indent="-209260" algn="l" defTabSz="837042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831" kern="1200">
          <a:solidFill>
            <a:schemeClr val="tx1"/>
          </a:solidFill>
          <a:latin typeface="+mn-lt"/>
          <a:ea typeface="+mn-ea"/>
          <a:cs typeface="+mn-cs"/>
        </a:defRPr>
      </a:lvl3pPr>
      <a:lvl4pPr marL="1464823" indent="-209260" algn="l" defTabSz="837042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8" kern="1200">
          <a:solidFill>
            <a:schemeClr val="tx1"/>
          </a:solidFill>
          <a:latin typeface="+mn-lt"/>
          <a:ea typeface="+mn-ea"/>
          <a:cs typeface="+mn-cs"/>
        </a:defRPr>
      </a:lvl4pPr>
      <a:lvl5pPr marL="1883344" indent="-209260" algn="l" defTabSz="837042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8" kern="1200">
          <a:solidFill>
            <a:schemeClr val="tx1"/>
          </a:solidFill>
          <a:latin typeface="+mn-lt"/>
          <a:ea typeface="+mn-ea"/>
          <a:cs typeface="+mn-cs"/>
        </a:defRPr>
      </a:lvl5pPr>
      <a:lvl6pPr marL="2301865" indent="-209260" algn="l" defTabSz="837042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8" kern="1200">
          <a:solidFill>
            <a:schemeClr val="tx1"/>
          </a:solidFill>
          <a:latin typeface="+mn-lt"/>
          <a:ea typeface="+mn-ea"/>
          <a:cs typeface="+mn-cs"/>
        </a:defRPr>
      </a:lvl6pPr>
      <a:lvl7pPr marL="2720386" indent="-209260" algn="l" defTabSz="837042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8" kern="1200">
          <a:solidFill>
            <a:schemeClr val="tx1"/>
          </a:solidFill>
          <a:latin typeface="+mn-lt"/>
          <a:ea typeface="+mn-ea"/>
          <a:cs typeface="+mn-cs"/>
        </a:defRPr>
      </a:lvl7pPr>
      <a:lvl8pPr marL="3138907" indent="-209260" algn="l" defTabSz="837042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8" kern="1200">
          <a:solidFill>
            <a:schemeClr val="tx1"/>
          </a:solidFill>
          <a:latin typeface="+mn-lt"/>
          <a:ea typeface="+mn-ea"/>
          <a:cs typeface="+mn-cs"/>
        </a:defRPr>
      </a:lvl8pPr>
      <a:lvl9pPr marL="3557427" indent="-209260" algn="l" defTabSz="837042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37042" rtl="0" eaLnBrk="1" latinLnBrk="0" hangingPunct="1">
        <a:defRPr sz="1648" kern="1200">
          <a:solidFill>
            <a:schemeClr val="tx1"/>
          </a:solidFill>
          <a:latin typeface="+mn-lt"/>
          <a:ea typeface="+mn-ea"/>
          <a:cs typeface="+mn-cs"/>
        </a:defRPr>
      </a:lvl1pPr>
      <a:lvl2pPr marL="418521" algn="l" defTabSz="837042" rtl="0" eaLnBrk="1" latinLnBrk="0" hangingPunct="1">
        <a:defRPr sz="1648" kern="1200">
          <a:solidFill>
            <a:schemeClr val="tx1"/>
          </a:solidFill>
          <a:latin typeface="+mn-lt"/>
          <a:ea typeface="+mn-ea"/>
          <a:cs typeface="+mn-cs"/>
        </a:defRPr>
      </a:lvl2pPr>
      <a:lvl3pPr marL="837042" algn="l" defTabSz="837042" rtl="0" eaLnBrk="1" latinLnBrk="0" hangingPunct="1">
        <a:defRPr sz="1648" kern="1200">
          <a:solidFill>
            <a:schemeClr val="tx1"/>
          </a:solidFill>
          <a:latin typeface="+mn-lt"/>
          <a:ea typeface="+mn-ea"/>
          <a:cs typeface="+mn-cs"/>
        </a:defRPr>
      </a:lvl3pPr>
      <a:lvl4pPr marL="1255563" algn="l" defTabSz="837042" rtl="0" eaLnBrk="1" latinLnBrk="0" hangingPunct="1">
        <a:defRPr sz="1648" kern="1200">
          <a:solidFill>
            <a:schemeClr val="tx1"/>
          </a:solidFill>
          <a:latin typeface="+mn-lt"/>
          <a:ea typeface="+mn-ea"/>
          <a:cs typeface="+mn-cs"/>
        </a:defRPr>
      </a:lvl4pPr>
      <a:lvl5pPr marL="1674084" algn="l" defTabSz="837042" rtl="0" eaLnBrk="1" latinLnBrk="0" hangingPunct="1">
        <a:defRPr sz="1648" kern="1200">
          <a:solidFill>
            <a:schemeClr val="tx1"/>
          </a:solidFill>
          <a:latin typeface="+mn-lt"/>
          <a:ea typeface="+mn-ea"/>
          <a:cs typeface="+mn-cs"/>
        </a:defRPr>
      </a:lvl5pPr>
      <a:lvl6pPr marL="2092604" algn="l" defTabSz="837042" rtl="0" eaLnBrk="1" latinLnBrk="0" hangingPunct="1">
        <a:defRPr sz="1648" kern="1200">
          <a:solidFill>
            <a:schemeClr val="tx1"/>
          </a:solidFill>
          <a:latin typeface="+mn-lt"/>
          <a:ea typeface="+mn-ea"/>
          <a:cs typeface="+mn-cs"/>
        </a:defRPr>
      </a:lvl6pPr>
      <a:lvl7pPr marL="2511125" algn="l" defTabSz="837042" rtl="0" eaLnBrk="1" latinLnBrk="0" hangingPunct="1">
        <a:defRPr sz="1648" kern="1200">
          <a:solidFill>
            <a:schemeClr val="tx1"/>
          </a:solidFill>
          <a:latin typeface="+mn-lt"/>
          <a:ea typeface="+mn-ea"/>
          <a:cs typeface="+mn-cs"/>
        </a:defRPr>
      </a:lvl7pPr>
      <a:lvl8pPr marL="2929646" algn="l" defTabSz="837042" rtl="0" eaLnBrk="1" latinLnBrk="0" hangingPunct="1">
        <a:defRPr sz="1648" kern="1200">
          <a:solidFill>
            <a:schemeClr val="tx1"/>
          </a:solidFill>
          <a:latin typeface="+mn-lt"/>
          <a:ea typeface="+mn-ea"/>
          <a:cs typeface="+mn-cs"/>
        </a:defRPr>
      </a:lvl8pPr>
      <a:lvl9pPr marL="3348167" algn="l" defTabSz="837042" rtl="0" eaLnBrk="1" latinLnBrk="0" hangingPunct="1">
        <a:defRPr sz="16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2242BE4-503C-0CE2-0F96-B8A906894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2" y="4499769"/>
            <a:ext cx="3238499" cy="21589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D0C14E-F1EE-3EE9-77D3-EF1106EED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2" y="2340770"/>
            <a:ext cx="3238499" cy="21589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A0DEB4-F6E3-D557-11F9-7377F3DCE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2" y="181770"/>
            <a:ext cx="3238499" cy="215899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BBDB3FE-95BF-AAF2-76E0-A7046111A8A9}"/>
              </a:ext>
            </a:extLst>
          </p:cNvPr>
          <p:cNvSpPr txBox="1"/>
          <p:nvPr/>
        </p:nvSpPr>
        <p:spPr>
          <a:xfrm>
            <a:off x="74612" y="181768"/>
            <a:ext cx="599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6651E0-33B3-B49D-9364-631E982D91E1}"/>
              </a:ext>
            </a:extLst>
          </p:cNvPr>
          <p:cNvSpPr txBox="1"/>
          <p:nvPr/>
        </p:nvSpPr>
        <p:spPr>
          <a:xfrm>
            <a:off x="74612" y="2256684"/>
            <a:ext cx="599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B137E9-D565-B748-348F-FCACE9257CB2}"/>
              </a:ext>
            </a:extLst>
          </p:cNvPr>
          <p:cNvSpPr txBox="1"/>
          <p:nvPr/>
        </p:nvSpPr>
        <p:spPr>
          <a:xfrm>
            <a:off x="74612" y="4451594"/>
            <a:ext cx="599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B4D9D9-6293-C6C5-BCAD-093ECC55A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3111" y="181768"/>
            <a:ext cx="7772400" cy="2159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5287A3-70F1-1D53-FF98-8F2AB298FF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3111" y="2256680"/>
            <a:ext cx="7772400" cy="215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89245C-B86C-EE4D-DA79-FE0AEDE1C4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3111" y="4415682"/>
            <a:ext cx="77724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812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</TotalTime>
  <Words>3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Amrit Singh</dc:creator>
  <cp:lastModifiedBy>Amrit Singh</cp:lastModifiedBy>
  <cp:revision>3</cp:revision>
  <dcterms:created xsi:type="dcterms:W3CDTF">2025-05-29T06:01:20Z</dcterms:created>
  <dcterms:modified xsi:type="dcterms:W3CDTF">2025-06-11T20:44:09Z</dcterms:modified>
</cp:coreProperties>
</file>