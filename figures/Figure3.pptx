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439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/>
    <p:restoredTop sz="94628"/>
  </p:normalViewPr>
  <p:slideViewPr>
    <p:cSldViewPr snapToGrid="0">
      <p:cViewPr varScale="1">
        <p:scale>
          <a:sx n="119" d="100"/>
          <a:sy n="119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5" y="1122363"/>
            <a:ext cx="887349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3602038"/>
            <a:ext cx="782955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5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2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2" y="1709740"/>
            <a:ext cx="900398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2" y="4589465"/>
            <a:ext cx="900398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6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1825625"/>
            <a:ext cx="443674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1825625"/>
            <a:ext cx="443674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1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365127"/>
            <a:ext cx="900398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70" y="1681163"/>
            <a:ext cx="44163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0" y="2505075"/>
            <a:ext cx="44163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7" y="1681163"/>
            <a:ext cx="443810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7" y="2505075"/>
            <a:ext cx="443810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6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1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1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457200"/>
            <a:ext cx="33669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987427"/>
            <a:ext cx="528494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057400"/>
            <a:ext cx="33669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1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457200"/>
            <a:ext cx="33669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987427"/>
            <a:ext cx="528494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057400"/>
            <a:ext cx="33669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3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2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6" y="365125"/>
            <a:ext cx="225099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10" y="365125"/>
            <a:ext cx="662249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7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365127"/>
            <a:ext cx="90039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1825625"/>
            <a:ext cx="90039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6356352"/>
            <a:ext cx="2348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6356352"/>
            <a:ext cx="35232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6356352"/>
            <a:ext cx="2348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2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7F8E15-4EF3-E989-8C50-4A371EC9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073" y="70079"/>
            <a:ext cx="5951327" cy="680151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1A20BD0-0A31-63DE-B3EB-2D34A3477F05}"/>
              </a:ext>
            </a:extLst>
          </p:cNvPr>
          <p:cNvSpPr txBox="1"/>
          <p:nvPr/>
        </p:nvSpPr>
        <p:spPr>
          <a:xfrm>
            <a:off x="41084" y="0"/>
            <a:ext cx="49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F6E1B7-532B-092F-7D49-64FE17040992}"/>
              </a:ext>
            </a:extLst>
          </p:cNvPr>
          <p:cNvSpPr txBox="1"/>
          <p:nvPr/>
        </p:nvSpPr>
        <p:spPr>
          <a:xfrm>
            <a:off x="2648449" y="0"/>
            <a:ext cx="49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E4824E-5543-C90A-821C-F18A50E0C458}"/>
              </a:ext>
            </a:extLst>
          </p:cNvPr>
          <p:cNvSpPr txBox="1"/>
          <p:nvPr/>
        </p:nvSpPr>
        <p:spPr>
          <a:xfrm>
            <a:off x="5355497" y="0"/>
            <a:ext cx="49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1E4099-0384-4F74-8906-9B50FC8FEB81}"/>
              </a:ext>
            </a:extLst>
          </p:cNvPr>
          <p:cNvSpPr txBox="1"/>
          <p:nvPr/>
        </p:nvSpPr>
        <p:spPr>
          <a:xfrm>
            <a:off x="41084" y="2126183"/>
            <a:ext cx="49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C4E39-26BE-079F-37F8-A015450F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11" y="85429"/>
            <a:ext cx="2168389" cy="2168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3DD69-869D-E4B2-C834-FD91ADDE9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78" y="44727"/>
            <a:ext cx="2266122" cy="2266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D38588-E147-8BF3-3A56-17741E545B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37" t="4756" r="2942" b="5562"/>
          <a:stretch/>
        </p:blipFill>
        <p:spPr>
          <a:xfrm>
            <a:off x="132236" y="2432982"/>
            <a:ext cx="4564297" cy="4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48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Singh, Amritpal</dc:creator>
  <cp:lastModifiedBy>Amrit Singh</cp:lastModifiedBy>
  <cp:revision>6</cp:revision>
  <dcterms:created xsi:type="dcterms:W3CDTF">2024-12-17T09:10:03Z</dcterms:created>
  <dcterms:modified xsi:type="dcterms:W3CDTF">2025-05-30T07:16:23Z</dcterms:modified>
</cp:coreProperties>
</file>